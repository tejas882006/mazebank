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76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8D3AE-48F5-46E9-B9C0-94AC0A118034}" v="33" dt="2025-11-23T10:49:08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056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Singh Nirvan" userId="72a289aaa2a7eb75" providerId="LiveId" clId="{DDC5DB7D-E3D3-4779-BDDC-E15DEB0AA306}"/>
    <pc:docChg chg="undo redo custSel addSld delSld modSld">
      <pc:chgData name="Tejas Singh Nirvan" userId="72a289aaa2a7eb75" providerId="LiveId" clId="{DDC5DB7D-E3D3-4779-BDDC-E15DEB0AA306}" dt="2025-11-23T10:49:15.873" v="165" actId="14100"/>
      <pc:docMkLst>
        <pc:docMk/>
      </pc:docMkLst>
      <pc:sldChg chg="modSp mod">
        <pc:chgData name="Tejas Singh Nirvan" userId="72a289aaa2a7eb75" providerId="LiveId" clId="{DDC5DB7D-E3D3-4779-BDDC-E15DEB0AA306}" dt="2025-11-20T04:24:18.921" v="2" actId="20577"/>
        <pc:sldMkLst>
          <pc:docMk/>
          <pc:sldMk cId="0" sldId="256"/>
        </pc:sldMkLst>
        <pc:spChg chg="mod">
          <ac:chgData name="Tejas Singh Nirvan" userId="72a289aaa2a7eb75" providerId="LiveId" clId="{DDC5DB7D-E3D3-4779-BDDC-E15DEB0AA306}" dt="2025-11-20T04:24:18.921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new mod">
        <pc:chgData name="Tejas Singh Nirvan" userId="72a289aaa2a7eb75" providerId="LiveId" clId="{DDC5DB7D-E3D3-4779-BDDC-E15DEB0AA306}" dt="2025-11-23T10:34:25.063" v="71" actId="255"/>
        <pc:sldMkLst>
          <pc:docMk/>
          <pc:sldMk cId="2279097594" sldId="277"/>
        </pc:sldMkLst>
        <pc:spChg chg="mod">
          <ac:chgData name="Tejas Singh Nirvan" userId="72a289aaa2a7eb75" providerId="LiveId" clId="{DDC5DB7D-E3D3-4779-BDDC-E15DEB0AA306}" dt="2025-11-23T10:34:25.063" v="71" actId="255"/>
          <ac:spMkLst>
            <pc:docMk/>
            <pc:sldMk cId="2279097594" sldId="277"/>
            <ac:spMk id="2" creationId="{9C50A92E-DF9A-1A07-FC74-7ECA7CA6BCEF}"/>
          </ac:spMkLst>
        </pc:spChg>
        <pc:spChg chg="mod">
          <ac:chgData name="Tejas Singh Nirvan" userId="72a289aaa2a7eb75" providerId="LiveId" clId="{DDC5DB7D-E3D3-4779-BDDC-E15DEB0AA306}" dt="2025-11-23T10:33:47.629" v="68" actId="255"/>
          <ac:spMkLst>
            <pc:docMk/>
            <pc:sldMk cId="2279097594" sldId="277"/>
            <ac:spMk id="3" creationId="{BD4E6F44-EAC3-2FF7-74B1-0BE101BE3005}"/>
          </ac:spMkLst>
        </pc:spChg>
      </pc:sldChg>
      <pc:sldChg chg="new del">
        <pc:chgData name="Tejas Singh Nirvan" userId="72a289aaa2a7eb75" providerId="LiveId" clId="{DDC5DB7D-E3D3-4779-BDDC-E15DEB0AA306}" dt="2025-11-23T10:31:07.235" v="59" actId="680"/>
        <pc:sldMkLst>
          <pc:docMk/>
          <pc:sldMk cId="128707396" sldId="278"/>
        </pc:sldMkLst>
      </pc:sldChg>
      <pc:sldChg chg="new add del">
        <pc:chgData name="Tejas Singh Nirvan" userId="72a289aaa2a7eb75" providerId="LiveId" clId="{DDC5DB7D-E3D3-4779-BDDC-E15DEB0AA306}" dt="2025-11-23T10:38:25.440" v="94" actId="2696"/>
        <pc:sldMkLst>
          <pc:docMk/>
          <pc:sldMk cId="1572412221" sldId="278"/>
        </pc:sldMkLst>
      </pc:sldChg>
      <pc:sldChg chg="new del">
        <pc:chgData name="Tejas Singh Nirvan" userId="72a289aaa2a7eb75" providerId="LiveId" clId="{DDC5DB7D-E3D3-4779-BDDC-E15DEB0AA306}" dt="2025-11-23T10:31:05.335" v="58" actId="680"/>
        <pc:sldMkLst>
          <pc:docMk/>
          <pc:sldMk cId="1292589764" sldId="279"/>
        </pc:sldMkLst>
      </pc:sldChg>
      <pc:sldChg chg="addSp delSp modSp new mod">
        <pc:chgData name="Tejas Singh Nirvan" userId="72a289aaa2a7eb75" providerId="LiveId" clId="{DDC5DB7D-E3D3-4779-BDDC-E15DEB0AA306}" dt="2025-11-23T10:37:33.916" v="88" actId="1076"/>
        <pc:sldMkLst>
          <pc:docMk/>
          <pc:sldMk cId="2256503422" sldId="279"/>
        </pc:sldMkLst>
        <pc:spChg chg="add del mod">
          <ac:chgData name="Tejas Singh Nirvan" userId="72a289aaa2a7eb75" providerId="LiveId" clId="{DDC5DB7D-E3D3-4779-BDDC-E15DEB0AA306}" dt="2025-11-23T10:35:01.875" v="75"/>
          <ac:spMkLst>
            <pc:docMk/>
            <pc:sldMk cId="2256503422" sldId="279"/>
            <ac:spMk id="2" creationId="{E28BE565-8213-9A13-8F0B-E42C13B27868}"/>
          </ac:spMkLst>
        </pc:spChg>
        <pc:spChg chg="add mod">
          <ac:chgData name="Tejas Singh Nirvan" userId="72a289aaa2a7eb75" providerId="LiveId" clId="{DDC5DB7D-E3D3-4779-BDDC-E15DEB0AA306}" dt="2025-11-23T10:37:33.916" v="88" actId="1076"/>
          <ac:spMkLst>
            <pc:docMk/>
            <pc:sldMk cId="2256503422" sldId="279"/>
            <ac:spMk id="3" creationId="{90690F13-F4F6-B256-1F36-2C7626AB47F0}"/>
          </ac:spMkLst>
        </pc:spChg>
        <pc:picChg chg="add mod">
          <ac:chgData name="Tejas Singh Nirvan" userId="72a289aaa2a7eb75" providerId="LiveId" clId="{DDC5DB7D-E3D3-4779-BDDC-E15DEB0AA306}" dt="2025-11-23T10:37:28.525" v="87" actId="14100"/>
          <ac:picMkLst>
            <pc:docMk/>
            <pc:sldMk cId="2256503422" sldId="279"/>
            <ac:picMk id="5" creationId="{AEEC5983-79D7-9A4D-BAC3-9E6E0C211180}"/>
          </ac:picMkLst>
        </pc:picChg>
      </pc:sldChg>
      <pc:sldChg chg="addSp modSp add mod">
        <pc:chgData name="Tejas Singh Nirvan" userId="72a289aaa2a7eb75" providerId="LiveId" clId="{DDC5DB7D-E3D3-4779-BDDC-E15DEB0AA306}" dt="2025-11-23T10:46:29.388" v="147" actId="14100"/>
        <pc:sldMkLst>
          <pc:docMk/>
          <pc:sldMk cId="449983625" sldId="280"/>
        </pc:sldMkLst>
        <pc:spChg chg="mod">
          <ac:chgData name="Tejas Singh Nirvan" userId="72a289aaa2a7eb75" providerId="LiveId" clId="{DDC5DB7D-E3D3-4779-BDDC-E15DEB0AA306}" dt="2025-11-23T10:39:29.143" v="99" actId="115"/>
          <ac:spMkLst>
            <pc:docMk/>
            <pc:sldMk cId="449983625" sldId="280"/>
            <ac:spMk id="3" creationId="{A85656C2-E4DE-C68D-5927-8AE9E02070EB}"/>
          </ac:spMkLst>
        </pc:spChg>
        <pc:picChg chg="add mod">
          <ac:chgData name="Tejas Singh Nirvan" userId="72a289aaa2a7eb75" providerId="LiveId" clId="{DDC5DB7D-E3D3-4779-BDDC-E15DEB0AA306}" dt="2025-11-23T10:45:59.108" v="144" actId="1076"/>
          <ac:picMkLst>
            <pc:docMk/>
            <pc:sldMk cId="449983625" sldId="280"/>
            <ac:picMk id="4" creationId="{067D892B-4985-AE34-EA82-9D7AE6A1644F}"/>
          </ac:picMkLst>
        </pc:picChg>
        <pc:picChg chg="mod">
          <ac:chgData name="Tejas Singh Nirvan" userId="72a289aaa2a7eb75" providerId="LiveId" clId="{DDC5DB7D-E3D3-4779-BDDC-E15DEB0AA306}" dt="2025-11-23T10:46:29.388" v="147" actId="14100"/>
          <ac:picMkLst>
            <pc:docMk/>
            <pc:sldMk cId="449983625" sldId="280"/>
            <ac:picMk id="5" creationId="{52E24CFF-53BC-8653-AEAB-DE234CC653D7}"/>
          </ac:picMkLst>
        </pc:picChg>
      </pc:sldChg>
      <pc:sldChg chg="new del">
        <pc:chgData name="Tejas Singh Nirvan" userId="72a289aaa2a7eb75" providerId="LiveId" clId="{DDC5DB7D-E3D3-4779-BDDC-E15DEB0AA306}" dt="2025-11-23T10:31:04.814" v="57" actId="680"/>
        <pc:sldMkLst>
          <pc:docMk/>
          <pc:sldMk cId="2099871178" sldId="280"/>
        </pc:sldMkLst>
      </pc:sldChg>
      <pc:sldChg chg="new del">
        <pc:chgData name="Tejas Singh Nirvan" userId="72a289aaa2a7eb75" providerId="LiveId" clId="{DDC5DB7D-E3D3-4779-BDDC-E15DEB0AA306}" dt="2025-11-23T10:31:04.402" v="56" actId="680"/>
        <pc:sldMkLst>
          <pc:docMk/>
          <pc:sldMk cId="701888011" sldId="281"/>
        </pc:sldMkLst>
      </pc:sldChg>
      <pc:sldChg chg="modSp add mod">
        <pc:chgData name="Tejas Singh Nirvan" userId="72a289aaa2a7eb75" providerId="LiveId" clId="{DDC5DB7D-E3D3-4779-BDDC-E15DEB0AA306}" dt="2025-11-23T10:47:13.970" v="150" actId="14100"/>
        <pc:sldMkLst>
          <pc:docMk/>
          <pc:sldMk cId="2152765715" sldId="281"/>
        </pc:sldMkLst>
        <pc:spChg chg="mod">
          <ac:chgData name="Tejas Singh Nirvan" userId="72a289aaa2a7eb75" providerId="LiveId" clId="{DDC5DB7D-E3D3-4779-BDDC-E15DEB0AA306}" dt="2025-11-23T10:40:03.497" v="113" actId="122"/>
          <ac:spMkLst>
            <pc:docMk/>
            <pc:sldMk cId="2152765715" sldId="281"/>
            <ac:spMk id="3" creationId="{FF75236D-A34C-AE06-DA3F-1D5B5CBAFB69}"/>
          </ac:spMkLst>
        </pc:spChg>
        <pc:picChg chg="mod">
          <ac:chgData name="Tejas Singh Nirvan" userId="72a289aaa2a7eb75" providerId="LiveId" clId="{DDC5DB7D-E3D3-4779-BDDC-E15DEB0AA306}" dt="2025-11-23T10:47:13.970" v="150" actId="14100"/>
          <ac:picMkLst>
            <pc:docMk/>
            <pc:sldMk cId="2152765715" sldId="281"/>
            <ac:picMk id="5" creationId="{F174A773-0C20-7E28-791B-4BA5585D5AFD}"/>
          </ac:picMkLst>
        </pc:picChg>
      </pc:sldChg>
      <pc:sldChg chg="modSp add mod">
        <pc:chgData name="Tejas Singh Nirvan" userId="72a289aaa2a7eb75" providerId="LiveId" clId="{DDC5DB7D-E3D3-4779-BDDC-E15DEB0AA306}" dt="2025-11-23T10:47:46.090" v="153" actId="14100"/>
        <pc:sldMkLst>
          <pc:docMk/>
          <pc:sldMk cId="3102156677" sldId="282"/>
        </pc:sldMkLst>
        <pc:spChg chg="mod">
          <ac:chgData name="Tejas Singh Nirvan" userId="72a289aaa2a7eb75" providerId="LiveId" clId="{DDC5DB7D-E3D3-4779-BDDC-E15DEB0AA306}" dt="2025-11-23T10:42:43.006" v="118" actId="2711"/>
          <ac:spMkLst>
            <pc:docMk/>
            <pc:sldMk cId="3102156677" sldId="282"/>
            <ac:spMk id="3" creationId="{621E198A-5199-C8D3-B336-069CA10B3BC8}"/>
          </ac:spMkLst>
        </pc:spChg>
        <pc:picChg chg="mod">
          <ac:chgData name="Tejas Singh Nirvan" userId="72a289aaa2a7eb75" providerId="LiveId" clId="{DDC5DB7D-E3D3-4779-BDDC-E15DEB0AA306}" dt="2025-11-23T10:47:46.090" v="153" actId="14100"/>
          <ac:picMkLst>
            <pc:docMk/>
            <pc:sldMk cId="3102156677" sldId="282"/>
            <ac:picMk id="5" creationId="{30664A08-0234-CAD9-1D88-8F49E4D01BC9}"/>
          </ac:picMkLst>
        </pc:picChg>
      </pc:sldChg>
      <pc:sldChg chg="modSp add mod">
        <pc:chgData name="Tejas Singh Nirvan" userId="72a289aaa2a7eb75" providerId="LiveId" clId="{DDC5DB7D-E3D3-4779-BDDC-E15DEB0AA306}" dt="2025-11-23T10:48:06.160" v="156" actId="14100"/>
        <pc:sldMkLst>
          <pc:docMk/>
          <pc:sldMk cId="317628839" sldId="283"/>
        </pc:sldMkLst>
        <pc:spChg chg="mod">
          <ac:chgData name="Tejas Singh Nirvan" userId="72a289aaa2a7eb75" providerId="LiveId" clId="{DDC5DB7D-E3D3-4779-BDDC-E15DEB0AA306}" dt="2025-11-23T10:43:10.702" v="122" actId="2711"/>
          <ac:spMkLst>
            <pc:docMk/>
            <pc:sldMk cId="317628839" sldId="283"/>
            <ac:spMk id="3" creationId="{EE190EF2-A356-073F-EE65-ABB1904CCF69}"/>
          </ac:spMkLst>
        </pc:spChg>
        <pc:picChg chg="mod">
          <ac:chgData name="Tejas Singh Nirvan" userId="72a289aaa2a7eb75" providerId="LiveId" clId="{DDC5DB7D-E3D3-4779-BDDC-E15DEB0AA306}" dt="2025-11-23T10:48:06.160" v="156" actId="14100"/>
          <ac:picMkLst>
            <pc:docMk/>
            <pc:sldMk cId="317628839" sldId="283"/>
            <ac:picMk id="5" creationId="{BD97040E-3494-6EB1-433E-FB8DB7CFBC5E}"/>
          </ac:picMkLst>
        </pc:picChg>
      </pc:sldChg>
      <pc:sldChg chg="modSp add mod">
        <pc:chgData name="Tejas Singh Nirvan" userId="72a289aaa2a7eb75" providerId="LiveId" clId="{DDC5DB7D-E3D3-4779-BDDC-E15DEB0AA306}" dt="2025-11-23T10:48:29.487" v="159" actId="14100"/>
        <pc:sldMkLst>
          <pc:docMk/>
          <pc:sldMk cId="1944955359" sldId="284"/>
        </pc:sldMkLst>
        <pc:spChg chg="mod">
          <ac:chgData name="Tejas Singh Nirvan" userId="72a289aaa2a7eb75" providerId="LiveId" clId="{DDC5DB7D-E3D3-4779-BDDC-E15DEB0AA306}" dt="2025-11-23T10:43:44.131" v="127" actId="2711"/>
          <ac:spMkLst>
            <pc:docMk/>
            <pc:sldMk cId="1944955359" sldId="284"/>
            <ac:spMk id="3" creationId="{6070246F-8847-880C-FB68-997AA9068BF8}"/>
          </ac:spMkLst>
        </pc:spChg>
        <pc:picChg chg="mod">
          <ac:chgData name="Tejas Singh Nirvan" userId="72a289aaa2a7eb75" providerId="LiveId" clId="{DDC5DB7D-E3D3-4779-BDDC-E15DEB0AA306}" dt="2025-11-23T10:48:29.487" v="159" actId="14100"/>
          <ac:picMkLst>
            <pc:docMk/>
            <pc:sldMk cId="1944955359" sldId="284"/>
            <ac:picMk id="5" creationId="{CD699A6B-7FB2-179D-3CDA-6BC9A6EFD9F9}"/>
          </ac:picMkLst>
        </pc:picChg>
      </pc:sldChg>
      <pc:sldChg chg="new del">
        <pc:chgData name="Tejas Singh Nirvan" userId="72a289aaa2a7eb75" providerId="LiveId" clId="{DDC5DB7D-E3D3-4779-BDDC-E15DEB0AA306}" dt="2025-11-23T10:43:55.105" v="129" actId="680"/>
        <pc:sldMkLst>
          <pc:docMk/>
          <pc:sldMk cId="2164382285" sldId="285"/>
        </pc:sldMkLst>
      </pc:sldChg>
      <pc:sldChg chg="modSp add mod">
        <pc:chgData name="Tejas Singh Nirvan" userId="72a289aaa2a7eb75" providerId="LiveId" clId="{DDC5DB7D-E3D3-4779-BDDC-E15DEB0AA306}" dt="2025-11-23T10:48:57.641" v="162" actId="14100"/>
        <pc:sldMkLst>
          <pc:docMk/>
          <pc:sldMk cId="3220115366" sldId="285"/>
        </pc:sldMkLst>
        <pc:spChg chg="mod">
          <ac:chgData name="Tejas Singh Nirvan" userId="72a289aaa2a7eb75" providerId="LiveId" clId="{DDC5DB7D-E3D3-4779-BDDC-E15DEB0AA306}" dt="2025-11-23T10:44:30.605" v="137" actId="2711"/>
          <ac:spMkLst>
            <pc:docMk/>
            <pc:sldMk cId="3220115366" sldId="285"/>
            <ac:spMk id="3" creationId="{704BF232-489E-23FA-E248-FF4BBF534357}"/>
          </ac:spMkLst>
        </pc:spChg>
        <pc:picChg chg="mod">
          <ac:chgData name="Tejas Singh Nirvan" userId="72a289aaa2a7eb75" providerId="LiveId" clId="{DDC5DB7D-E3D3-4779-BDDC-E15DEB0AA306}" dt="2025-11-23T10:48:57.641" v="162" actId="14100"/>
          <ac:picMkLst>
            <pc:docMk/>
            <pc:sldMk cId="3220115366" sldId="285"/>
            <ac:picMk id="5" creationId="{AF060E0C-C30E-62A4-8299-4EA41A37E876}"/>
          </ac:picMkLst>
        </pc:picChg>
      </pc:sldChg>
      <pc:sldChg chg="modSp add mod">
        <pc:chgData name="Tejas Singh Nirvan" userId="72a289aaa2a7eb75" providerId="LiveId" clId="{DDC5DB7D-E3D3-4779-BDDC-E15DEB0AA306}" dt="2025-11-23T10:49:15.873" v="165" actId="14100"/>
        <pc:sldMkLst>
          <pc:docMk/>
          <pc:sldMk cId="3104494049" sldId="286"/>
        </pc:sldMkLst>
        <pc:spChg chg="mod">
          <ac:chgData name="Tejas Singh Nirvan" userId="72a289aaa2a7eb75" providerId="LiveId" clId="{DDC5DB7D-E3D3-4779-BDDC-E15DEB0AA306}" dt="2025-11-23T10:45:01.911" v="141" actId="122"/>
          <ac:spMkLst>
            <pc:docMk/>
            <pc:sldMk cId="3104494049" sldId="286"/>
            <ac:spMk id="3" creationId="{A70DA2DE-81D6-E713-C6A4-02975F6B8EDB}"/>
          </ac:spMkLst>
        </pc:spChg>
        <pc:picChg chg="mod">
          <ac:chgData name="Tejas Singh Nirvan" userId="72a289aaa2a7eb75" providerId="LiveId" clId="{DDC5DB7D-E3D3-4779-BDDC-E15DEB0AA306}" dt="2025-11-23T10:49:15.873" v="165" actId="14100"/>
          <ac:picMkLst>
            <pc:docMk/>
            <pc:sldMk cId="3104494049" sldId="286"/>
            <ac:picMk id="5" creationId="{8A76FC28-EB25-B0FA-F78B-B02A158FA0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5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3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3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2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1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8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4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8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5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8664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81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299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7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0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4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8454" y="1163592"/>
            <a:ext cx="7772400" cy="1470025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Minion Pro" panose="02040503050306020203"/>
              </a:rPr>
              <a:t>MazeBank</a:t>
            </a:r>
            <a:r>
              <a:rPr lang="en-IN" dirty="0"/>
              <a:t> – </a:t>
            </a:r>
            <a:r>
              <a:rPr lang="en-IN" dirty="0">
                <a:latin typeface="Minion Pro" panose="02040503050306020203"/>
              </a:rPr>
              <a:t>Banking</a:t>
            </a:r>
            <a:r>
              <a:rPr lang="en-IN" dirty="0"/>
              <a:t> </a:t>
            </a:r>
            <a:r>
              <a:rPr lang="en-IN" dirty="0">
                <a:latin typeface="Minion Pro" panose="02040503050306020203"/>
              </a:rPr>
              <a:t>System</a:t>
            </a:r>
            <a:endParaRPr dirty="0">
              <a:latin typeface="Minion Pro" panose="02040503050306020203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0845" y="3374264"/>
            <a:ext cx="6400800" cy="2247364"/>
          </a:xfrm>
        </p:spPr>
        <p:txBody>
          <a:bodyPr>
            <a:noAutofit/>
          </a:bodyPr>
          <a:lstStyle/>
          <a:p>
            <a:r>
              <a:rPr u="sng" dirty="0"/>
              <a:t>Review </a:t>
            </a:r>
            <a:r>
              <a:rPr lang="en-IN" u="sng" dirty="0"/>
              <a:t>1 </a:t>
            </a:r>
            <a:r>
              <a:rPr u="sng" dirty="0"/>
              <a:t>: Project Setup, Database, and UI</a:t>
            </a:r>
            <a:endParaRPr lang="en-IN" u="sng" dirty="0"/>
          </a:p>
          <a:p>
            <a:r>
              <a:rPr lang="en-IN" dirty="0"/>
              <a:t>Team Name : Code&amp;Coffee </a:t>
            </a:r>
          </a:p>
          <a:p>
            <a:r>
              <a:rPr lang="en-IN" dirty="0"/>
              <a:t>Team Lead : Tejas Singh Nirvan </a:t>
            </a:r>
          </a:p>
          <a:p>
            <a:r>
              <a:rPr lang="en-IN" dirty="0"/>
              <a:t>Member 2 : Rajdeep Singh </a:t>
            </a:r>
          </a:p>
          <a:p>
            <a:r>
              <a:rPr lang="en-IN" dirty="0"/>
              <a:t>Member 3 : Aditya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6000" u="sng" dirty="0">
                <a:latin typeface="Minion Pro" panose="02040503050306020203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456268"/>
            <a:ext cx="6591985" cy="3777622"/>
          </a:xfrm>
        </p:spPr>
        <p:txBody>
          <a:bodyPr/>
          <a:lstStyle/>
          <a:p>
            <a:r>
              <a:rPr lang="en-IN" sz="2400" dirty="0"/>
              <a:t>• Online banking system built using Java</a:t>
            </a:r>
          </a:p>
          <a:p>
            <a:r>
              <a:rPr lang="en-IN" sz="2400" dirty="0"/>
              <a:t>• Two user types: Admin &amp; Customer</a:t>
            </a:r>
          </a:p>
          <a:p>
            <a:r>
              <a:rPr lang="en-IN" sz="2400" dirty="0"/>
              <a:t>• MySQL database for storage</a:t>
            </a:r>
          </a:p>
          <a:p>
            <a:r>
              <a:rPr lang="en-IN" sz="2400" dirty="0"/>
              <a:t>• GUI interface via Java Swing</a:t>
            </a:r>
          </a:p>
          <a:p>
            <a:r>
              <a:rPr sz="2400" dirty="0"/>
              <a:t>• Follows layered architecture for maintainability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246" y="411609"/>
            <a:ext cx="6589199" cy="1280890"/>
          </a:xfrm>
        </p:spPr>
        <p:txBody>
          <a:bodyPr>
            <a:normAutofit/>
          </a:bodyPr>
          <a:lstStyle/>
          <a:p>
            <a:pPr algn="ctr"/>
            <a:r>
              <a:rPr sz="6000" u="sng" dirty="0">
                <a:latin typeface="Minion Pro" panose="02040503050306020203" pitchFamily="18" charset="0"/>
              </a:rPr>
              <a:t>JDK &amp; IDE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3685" y="2062767"/>
            <a:ext cx="6591985" cy="3668332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• Java SE 23 as the development kit  </a:t>
            </a:r>
          </a:p>
          <a:p>
            <a:r>
              <a:rPr lang="en-IN" sz="2400" dirty="0"/>
              <a:t>• IDE: Visual Studio Code (VS Code) with Java Extension Pack  </a:t>
            </a:r>
          </a:p>
          <a:p>
            <a:r>
              <a:rPr lang="en-IN" sz="2400" dirty="0"/>
              <a:t>• MySQL Community Server for database management  </a:t>
            </a:r>
          </a:p>
          <a:p>
            <a:r>
              <a:rPr lang="en-IN" sz="2400" dirty="0"/>
              <a:t>• JDBC Connector for Java-MySQL integration </a:t>
            </a:r>
          </a:p>
          <a:p>
            <a:r>
              <a:rPr lang="en-IN" sz="2400" dirty="0"/>
              <a:t>• VS Code Terminal and Debugger used for testing and execution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6000" u="sng" dirty="0">
                <a:latin typeface="Minion Pro" panose="02040503050306020203" pitchFamily="18" charset="0"/>
              </a:rP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241442"/>
          </a:xfrm>
        </p:spPr>
        <p:txBody>
          <a:bodyPr>
            <a:normAutofit fontScale="92500"/>
          </a:bodyPr>
          <a:lstStyle/>
          <a:p>
            <a:r>
              <a:rPr lang="en-IN" sz="2400" b="1" dirty="0"/>
              <a:t>model/</a:t>
            </a:r>
            <a:r>
              <a:rPr lang="en-IN" sz="2400" dirty="0"/>
              <a:t> – Data models (User, Account, Transaction, BankingService)</a:t>
            </a:r>
          </a:p>
          <a:p>
            <a:r>
              <a:rPr lang="en-IN" sz="2400" b="1" dirty="0"/>
              <a:t>dao/</a:t>
            </a:r>
            <a:r>
              <a:rPr lang="en-IN" sz="2400" dirty="0"/>
              <a:t> – Database operation classes (UserDAO, AccountDAO, TransactionDAO, etc.)</a:t>
            </a:r>
          </a:p>
          <a:p>
            <a:r>
              <a:rPr lang="en-IN" sz="2400" b="1" dirty="0"/>
              <a:t>Ui/</a:t>
            </a:r>
            <a:r>
              <a:rPr lang="en-IN" sz="2400" dirty="0"/>
              <a:t> – Java Swing GUI screens (Login, Registration, Dashboards)</a:t>
            </a:r>
          </a:p>
          <a:p>
            <a:r>
              <a:rPr lang="en-IN" sz="2400" b="1" dirty="0"/>
              <a:t>util/</a:t>
            </a:r>
            <a:r>
              <a:rPr lang="en-IN" sz="2400" dirty="0"/>
              <a:t> – Utility classes (DatabaseConnection)</a:t>
            </a:r>
          </a:p>
          <a:p>
            <a:r>
              <a:rPr lang="en-IN" sz="2400" b="1" dirty="0"/>
              <a:t>main/</a:t>
            </a:r>
            <a:r>
              <a:rPr lang="en-IN" sz="2400" dirty="0"/>
              <a:t> – Main launcher class (Main.java)</a:t>
            </a:r>
          </a:p>
          <a:p>
            <a:r>
              <a:rPr lang="en-IN" sz="2400" b="1" dirty="0"/>
              <a:t>database/</a:t>
            </a:r>
            <a:r>
              <a:rPr lang="en-IN" sz="2400" dirty="0"/>
              <a:t> – SQL schema for tables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503" y="624110"/>
            <a:ext cx="6589199" cy="1280890"/>
          </a:xfrm>
        </p:spPr>
        <p:txBody>
          <a:bodyPr>
            <a:normAutofit/>
          </a:bodyPr>
          <a:lstStyle/>
          <a:p>
            <a:pPr algn="ctr"/>
            <a:r>
              <a:rPr lang="en-IN" sz="6000" u="sng" dirty="0">
                <a:latin typeface="Minion Pro" panose="02040503050306020203"/>
              </a:rPr>
              <a:t>Customer</a:t>
            </a:r>
            <a:r>
              <a:rPr lang="en-IN" sz="6000" u="sng" dirty="0"/>
              <a:t> </a:t>
            </a:r>
            <a:r>
              <a:rPr lang="en-IN" sz="6000" u="sng" dirty="0">
                <a:latin typeface="Minion Pro" panose="02040503050306020203"/>
              </a:rPr>
              <a:t>Features</a:t>
            </a:r>
            <a:endParaRPr sz="6000" u="sng" dirty="0">
              <a:latin typeface="Minion Pro" panose="02040503050306020203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• Check balance</a:t>
            </a:r>
          </a:p>
          <a:p>
            <a:r>
              <a:rPr lang="en-GB" sz="2400" dirty="0"/>
              <a:t>• Deposit / Withdraw / Transfer</a:t>
            </a:r>
          </a:p>
          <a:p>
            <a:r>
              <a:rPr lang="en-GB" sz="2400" dirty="0"/>
              <a:t>• Transaction history</a:t>
            </a:r>
          </a:p>
          <a:p>
            <a:r>
              <a:rPr lang="en-GB" sz="2400" dirty="0"/>
              <a:t>• Loan and banking services</a:t>
            </a:r>
          </a:p>
          <a:p>
            <a:r>
              <a:rPr lang="en-GB" sz="2400" dirty="0"/>
              <a:t>• Update profile</a:t>
            </a:r>
          </a:p>
          <a:p>
            <a:r>
              <a:rPr lang="en-GB" sz="2400" dirty="0"/>
              <a:t>• Change password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472" y="655792"/>
            <a:ext cx="6589199" cy="1280890"/>
          </a:xfrm>
        </p:spPr>
        <p:txBody>
          <a:bodyPr>
            <a:normAutofit/>
          </a:bodyPr>
          <a:lstStyle/>
          <a:p>
            <a:pPr algn="ctr"/>
            <a:r>
              <a:rPr lang="en-IN" sz="6000" u="sng" dirty="0">
                <a:latin typeface="Minion Pro" panose="02040503050306020203" pitchFamily="18" charset="0"/>
              </a:rPr>
              <a:t>Admin Features</a:t>
            </a:r>
            <a:endParaRPr sz="6000" u="sng" dirty="0">
              <a:latin typeface="Minion Pro" panose="020405030503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• System dashboard</a:t>
            </a:r>
          </a:p>
          <a:p>
            <a:r>
              <a:rPr lang="en-GB" sz="2400" dirty="0"/>
              <a:t>• Manage users</a:t>
            </a:r>
          </a:p>
          <a:p>
            <a:r>
              <a:rPr lang="en-GB" sz="2400" dirty="0"/>
              <a:t>• View all transactions</a:t>
            </a:r>
          </a:p>
          <a:p>
            <a:r>
              <a:rPr lang="en-GB" sz="2400" dirty="0"/>
              <a:t>• Configure banking rules</a:t>
            </a:r>
          </a:p>
          <a:p>
            <a:r>
              <a:rPr lang="en-GB" sz="2400" dirty="0"/>
              <a:t>• Service Approvals i.e loans, credit cards, etc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4" y="624110"/>
            <a:ext cx="6589199" cy="1280890"/>
          </a:xfrm>
        </p:spPr>
        <p:txBody>
          <a:bodyPr>
            <a:noAutofit/>
          </a:bodyPr>
          <a:lstStyle/>
          <a:p>
            <a:pPr algn="ctr"/>
            <a:r>
              <a:rPr lang="en-IN" sz="5400" u="sng" dirty="0">
                <a:latin typeface="Minion Pro" panose="02040503050306020203" pitchFamily="18" charset="0"/>
              </a:rPr>
              <a:t>Technologies Used</a:t>
            </a:r>
            <a:endParaRPr sz="5400" u="sng" dirty="0">
              <a:latin typeface="Minion Pro" panose="020405030503060202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• Java (Core + Swing)</a:t>
            </a:r>
          </a:p>
          <a:p>
            <a:r>
              <a:rPr lang="en-IN" sz="2400" dirty="0"/>
              <a:t>• MySQL Database</a:t>
            </a:r>
          </a:p>
          <a:p>
            <a:r>
              <a:rPr lang="en-IN" sz="2400" dirty="0"/>
              <a:t>• JDBC Connector</a:t>
            </a:r>
          </a:p>
          <a:p>
            <a:r>
              <a:rPr lang="en-IN" sz="2400" dirty="0"/>
              <a:t>• MVC Architecture</a:t>
            </a:r>
          </a:p>
          <a:p>
            <a:r>
              <a:rPr lang="en-IN" sz="2400" dirty="0"/>
              <a:t>• DAO Pattern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A92E-DF9A-1A07-FC74-7ECA7CA6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946" y="482958"/>
            <a:ext cx="6589199" cy="2125014"/>
          </a:xfrm>
        </p:spPr>
        <p:txBody>
          <a:bodyPr>
            <a:normAutofit fontScale="90000"/>
          </a:bodyPr>
          <a:lstStyle/>
          <a:p>
            <a:pPr algn="ctr">
              <a:defRPr sz="2400" b="1"/>
            </a:pPr>
            <a:br>
              <a:rPr lang="en-IN" u="sng" dirty="0">
                <a:latin typeface="Minion Pro" panose="02040503050306020203" pitchFamily="18" charset="0"/>
              </a:rPr>
            </a:br>
            <a:r>
              <a:rPr lang="en-IN" sz="4400" u="sng" dirty="0">
                <a:latin typeface="Minion Pro" panose="02040503050306020203" pitchFamily="18" charset="0"/>
              </a:rPr>
              <a:t>GUI Design: Screenshots</a:t>
            </a:r>
            <a:br>
              <a:rPr lang="en-IN" sz="2400" u="sng" dirty="0">
                <a:latin typeface="Minion Pro" panose="02040503050306020203" pitchFamily="18" charset="0"/>
              </a:rPr>
            </a:br>
            <a:br>
              <a:rPr lang="en-IN" u="sng" dirty="0">
                <a:latin typeface="Minion Pro" panose="02040503050306020203" pitchFamily="18" charset="0"/>
              </a:rPr>
            </a:br>
            <a:br>
              <a:rPr lang="en-IN" u="sng" dirty="0">
                <a:latin typeface="Minion Pro" panose="02040503050306020203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E6F44-EAC3-2FF7-74B1-0BE101BE3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3930" y="2058475"/>
            <a:ext cx="6591985" cy="3777622"/>
          </a:xfrm>
        </p:spPr>
        <p:txBody>
          <a:bodyPr/>
          <a:lstStyle/>
          <a:p>
            <a:r>
              <a:rPr lang="en-IN" sz="2000" dirty="0"/>
              <a:t>Login Screen</a:t>
            </a:r>
          </a:p>
          <a:p>
            <a:r>
              <a:rPr lang="en-IN" sz="2000" dirty="0"/>
              <a:t>Customer Dashboard</a:t>
            </a:r>
          </a:p>
          <a:p>
            <a:r>
              <a:rPr lang="en-IN" sz="2000" dirty="0"/>
              <a:t>Transaction History</a:t>
            </a:r>
          </a:p>
          <a:p>
            <a:r>
              <a:rPr lang="en-IN" sz="2000" dirty="0"/>
              <a:t>Banking Services</a:t>
            </a:r>
          </a:p>
          <a:p>
            <a:r>
              <a:rPr lang="en-IN" sz="2000" dirty="0"/>
              <a:t>Profile Management</a:t>
            </a:r>
          </a:p>
          <a:p>
            <a:r>
              <a:rPr lang="en-IN" sz="2000" dirty="0"/>
              <a:t>Admin Dashboard</a:t>
            </a:r>
          </a:p>
          <a:p>
            <a:r>
              <a:rPr lang="en-IN" sz="2000" dirty="0"/>
              <a:t>User Management</a:t>
            </a:r>
          </a:p>
          <a:p>
            <a:r>
              <a:rPr lang="en-IN" sz="2000" dirty="0"/>
              <a:t>Service Approval (Admin)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09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90F13-F4F6-B256-1F36-2C7626AB47F0}"/>
              </a:ext>
            </a:extLst>
          </p:cNvPr>
          <p:cNvSpPr txBox="1"/>
          <p:nvPr/>
        </p:nvSpPr>
        <p:spPr>
          <a:xfrm>
            <a:off x="1513267" y="0"/>
            <a:ext cx="6445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Login Screen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C5983-79D7-9A4D-BAC3-9E6E0C21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900"/>
            <a:ext cx="9143999" cy="61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0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6C58-A215-CF99-DC7B-D06F61937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5656C2-E4DE-C68D-5927-8AE9E02070EB}"/>
              </a:ext>
            </a:extLst>
          </p:cNvPr>
          <p:cNvSpPr txBox="1"/>
          <p:nvPr/>
        </p:nvSpPr>
        <p:spPr>
          <a:xfrm>
            <a:off x="1513267" y="0"/>
            <a:ext cx="6445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Customer Dashboard</a:t>
            </a:r>
          </a:p>
          <a:p>
            <a:endParaRPr lang="en-IN" dirty="0">
              <a:latin typeface="Minion Pro" panose="02040503050306020203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24CFF-53BC-8653-AEAB-DE234CC65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95460"/>
            <a:ext cx="9143999" cy="616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8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B0F38-8E15-BBE8-C83A-7F5097FD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75236D-A34C-AE06-DA3F-1D5B5CBAFB69}"/>
              </a:ext>
            </a:extLst>
          </p:cNvPr>
          <p:cNvSpPr txBox="1"/>
          <p:nvPr/>
        </p:nvSpPr>
        <p:spPr>
          <a:xfrm>
            <a:off x="2072620" y="0"/>
            <a:ext cx="53271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Transaction History</a:t>
            </a:r>
          </a:p>
          <a:p>
            <a:pPr algn="ctr"/>
            <a:endParaRPr lang="en-IN" sz="3600" u="sng" dirty="0">
              <a:latin typeface="Minion Pro" panose="02040503050306020203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A773-0C20-7E28-791B-4BA5585D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89020"/>
            <a:ext cx="9143999" cy="61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765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135D-B140-DE1F-ECF8-88B3F53C0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E198A-5199-C8D3-B336-069CA10B3BC8}"/>
              </a:ext>
            </a:extLst>
          </p:cNvPr>
          <p:cNvSpPr txBox="1"/>
          <p:nvPr/>
        </p:nvSpPr>
        <p:spPr>
          <a:xfrm>
            <a:off x="1513267" y="0"/>
            <a:ext cx="6445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Banking Services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64A08-0234-CAD9-1D88-8F49E4D0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76141"/>
            <a:ext cx="9143999" cy="618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56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A9336-4D32-7546-9F77-91425535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190EF2-A356-073F-EE65-ABB1904CCF69}"/>
              </a:ext>
            </a:extLst>
          </p:cNvPr>
          <p:cNvSpPr txBox="1"/>
          <p:nvPr/>
        </p:nvSpPr>
        <p:spPr>
          <a:xfrm>
            <a:off x="1513267" y="0"/>
            <a:ext cx="6445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Profile Management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7040E-3494-6EB1-433E-FB8DB7CFBC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701899"/>
            <a:ext cx="9143999" cy="615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9ED3-C847-C9A7-141C-45505CBD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70246F-8847-880C-FB68-997AA9068BF8}"/>
              </a:ext>
            </a:extLst>
          </p:cNvPr>
          <p:cNvSpPr txBox="1"/>
          <p:nvPr/>
        </p:nvSpPr>
        <p:spPr>
          <a:xfrm>
            <a:off x="1513267" y="0"/>
            <a:ext cx="6445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Admin Dashboard</a:t>
            </a:r>
          </a:p>
          <a:p>
            <a:pPr algn="ctr"/>
            <a:endParaRPr lang="en-IN" sz="3600" u="sng" dirty="0">
              <a:latin typeface="Minion Pro" panose="02040503050306020203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99A6B-7FB2-179D-3CDA-6BC9A6EFD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56823"/>
            <a:ext cx="9143999" cy="620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95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90BF-1ADD-9BC5-2E90-F247BFD2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4BF232-489E-23FA-E248-FF4BBF534357}"/>
              </a:ext>
            </a:extLst>
          </p:cNvPr>
          <p:cNvSpPr txBox="1"/>
          <p:nvPr/>
        </p:nvSpPr>
        <p:spPr>
          <a:xfrm>
            <a:off x="1513267" y="0"/>
            <a:ext cx="6445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User Management</a:t>
            </a:r>
          </a:p>
          <a:p>
            <a:pPr algn="ctr"/>
            <a:endParaRPr lang="en-IN" sz="3600" u="sng" dirty="0">
              <a:latin typeface="Minion Pro" panose="02040503050306020203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60E0C-C30E-62A4-8299-4EA41A37E8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69701"/>
            <a:ext cx="9143999" cy="618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15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9BE4-A3EE-57A5-2418-1AA5A0C6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0DA2DE-81D6-E713-C6A4-02975F6B8EDB}"/>
              </a:ext>
            </a:extLst>
          </p:cNvPr>
          <p:cNvSpPr txBox="1"/>
          <p:nvPr/>
        </p:nvSpPr>
        <p:spPr>
          <a:xfrm>
            <a:off x="1513267" y="0"/>
            <a:ext cx="6445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u="sng" dirty="0">
                <a:latin typeface="Minion Pro" panose="02040503050306020203"/>
              </a:rPr>
              <a:t>Service Approval (Admin)</a:t>
            </a:r>
          </a:p>
          <a:p>
            <a:pPr algn="ctr"/>
            <a:endParaRPr lang="en-IN" sz="3600" u="sng" dirty="0">
              <a:latin typeface="Minion Pro" panose="02040503050306020203"/>
            </a:endParaRP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76FC28-EB25-B0FA-F78B-B02A158F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95459"/>
            <a:ext cx="9143999" cy="616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94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022B-CEF9-9A96-E660-EF0420F9F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F301-948A-E8EA-168F-A4005FE04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43" y="624110"/>
            <a:ext cx="6589199" cy="1280890"/>
          </a:xfrm>
        </p:spPr>
        <p:txBody>
          <a:bodyPr>
            <a:noAutofit/>
          </a:bodyPr>
          <a:lstStyle/>
          <a:p>
            <a:pPr algn="ctr"/>
            <a:r>
              <a:rPr lang="en-IN" sz="5400" u="sng" dirty="0">
                <a:latin typeface="Minion Pro" panose="02040503050306020203" pitchFamily="18" charset="0"/>
              </a:rPr>
              <a:t>Conclusion</a:t>
            </a:r>
            <a:endParaRPr sz="5400" u="sng" dirty="0">
              <a:latin typeface="Minion Pro" panose="020405030503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CAC5D-AF03-4C83-54D6-0D8D2EC60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5824" y="2135746"/>
            <a:ext cx="6591985" cy="3777622"/>
          </a:xfrm>
        </p:spPr>
        <p:txBody>
          <a:bodyPr/>
          <a:lstStyle/>
          <a:p>
            <a:r>
              <a:rPr lang="en-GB" sz="2400" dirty="0"/>
              <a:t>MazeBank demonstrates a complete, real-world banking workflow at academic level.</a:t>
            </a:r>
          </a:p>
          <a:p>
            <a:r>
              <a:rPr lang="en-GB" sz="2400" dirty="0"/>
              <a:t>Demonstrates real-world OOP + DB concepts</a:t>
            </a:r>
          </a:p>
          <a:p>
            <a:r>
              <a:rPr lang="en-GB" sz="2400" dirty="0"/>
              <a:t>It includes secure operations, admin controls, and scalable architecture.</a:t>
            </a:r>
          </a:p>
          <a:p>
            <a:r>
              <a:rPr lang="en-GB" sz="2400" dirty="0"/>
              <a:t>Suitable for academic and learning use</a:t>
            </a:r>
            <a:endParaRPr lang="en-IN" sz="2400" dirty="0"/>
          </a:p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84584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Thank You HD images for PPT, Whatsapp, Facebook download">
            <a:extLst>
              <a:ext uri="{FF2B5EF4-FFF2-40B4-BE49-F238E27FC236}">
                <a16:creationId xmlns:a16="http://schemas.microsoft.com/office/drawing/2014/main" id="{4D12D907-34BB-E31C-C94D-7B50CB1A0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4344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138</TotalTime>
  <Words>348</Words>
  <Application>Microsoft Office PowerPoint</Application>
  <PresentationFormat>On-screen Show (4:3)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Minion Pro</vt:lpstr>
      <vt:lpstr>Wingdings 3</vt:lpstr>
      <vt:lpstr>Wisp</vt:lpstr>
      <vt:lpstr>MazeBank – Banking System</vt:lpstr>
      <vt:lpstr>Project Overview</vt:lpstr>
      <vt:lpstr>JDK &amp; IDE Setup</vt:lpstr>
      <vt:lpstr>Project Structure</vt:lpstr>
      <vt:lpstr>Customer Features</vt:lpstr>
      <vt:lpstr>Admin Features</vt:lpstr>
      <vt:lpstr>Technologies Used</vt:lpstr>
      <vt:lpstr> GUI Design: Screenshots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Tejas Singh Nirvan</cp:lastModifiedBy>
  <cp:revision>7</cp:revision>
  <dcterms:created xsi:type="dcterms:W3CDTF">2013-01-27T09:14:16Z</dcterms:created>
  <dcterms:modified xsi:type="dcterms:W3CDTF">2025-11-23T13:47:15Z</dcterms:modified>
  <cp:category/>
</cp:coreProperties>
</file>